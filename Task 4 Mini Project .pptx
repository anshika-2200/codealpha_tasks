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52796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52796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MINI PROJECT PROPOSAL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Biotechnology in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Change Solutions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genetic engineering, synthetic biology, and bioprocess innovation as scalable tools for climate change mitigation and adaptation.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8348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97280" y="51663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Tripathi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Biotechnology  |  Internship Presentation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Biotechnology Meets the Climate Crisis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4617720"/>
          </a:xfrm>
          <a:prstGeom prst="roundRect">
            <a:avLst>
              <a:gd name="adj" fmla="val 1188"/>
            </a:avLst>
          </a:prstGeom>
          <a:solidFill>
            <a:srgbClr val="F7F9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Climate Change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CO₂ has risen from 278 ppm (1750) to over 421 ppm (2024), driving global warming, extreme weather, and ecosystem disruption.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activity, particularly fossil fuel combustion, deforestation, and industrial emissions, is the dominant driver of this change.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Agrifood systems alone contribute close to one-third of global anthropogenic greenhouse gas emissions.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43031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178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Biotechnology and Sustainability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8680" y="47091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 applies living systems, cells, and molecular tools to design products and processes that reduce environmental impact.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directly to sustainability through clean energy, low-carbon agriculture, and pollution remediation.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126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35240" y="178308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999" y="19138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635240" y="28346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microbes, enzymes, and crops offer renewable, scalable alternatives to carbon-intensive processes.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 enables design of organisms purpose-built for carbon capture and bioremediation.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bridges environmental science, engineering, and policy in a single solution space.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Need for the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 ppm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8163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CO₂ in 2024, up from 278 ppm pre-industrial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566160" y="28163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GHG emissions from agrifood systems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1913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 Gt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400800" y="28163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CO₂-eq emitted by agrifood systems in 2023 alone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554480"/>
            <a:ext cx="26060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783080"/>
            <a:ext cx="502920" cy="50292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919" y="19138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1.5°C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235440" y="28163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threshold at risk without rapid intervention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Climate Scenario &amp; Major Issues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48640" y="41148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sea levels, intensifying heatwaves, and shifting rainfall patterns are straining ecosystems and food production systems worldwide.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industrial and agricultural practices remain heavily dependent on fossil inputs, synthetic fertilizers, and non-biodegradable materials.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mitigation efforts (renewables, afforestation, policy regulation) alone are insufficient to meet net-zero targets within required timeframes.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biology-based solutions are needed to complement physical and chemical approaches, especially in hard-to-abate sectors such as agriculture, waste, and heavy industry.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Core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7F9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gas emissions from agriculture, industry, and waste continue to outpace natural and engineered carbon sinks.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degradation, water pollution, and biodiversity loss compound the direct effects of warming.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food and water systems face mounting climate-driven stress, threatening livelihoods in agriculture-dependent regions.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2700">
            <a:solidFill>
              <a:srgbClr val="DCE5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Conventional Approaches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937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carbon capture remains energy-intensive and costly to scale.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fertilizers and pesticides degrade soil health over time.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Fossil-based plastics and fuels persist in ecosystems for decades.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376672" cy="4572000"/>
          </a:xfrm>
          <a:prstGeom prst="roundRect">
            <a:avLst>
              <a:gd name="adj" fmla="val 12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19714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for Biotechnology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24231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microorganisms and enzymes can fix carbon and degrade pollutants more efficiently than purely mechanical systems.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improved, climate-resilient crops reduce input dependency while maintaining yield under stress.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Biofuels, bioplastics, and biofertilizers offer renewable, biodegradable substitutes across multiple industries.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 allows precise, targeted intervention design rather than broad, resource-heavy retrofits.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98480" cy="914400"/>
          </a:xfrm>
          <a:prstGeom prst="roundRect">
            <a:avLst>
              <a:gd name="adj" fmla="val 7000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2763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Objective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critically examine and synthesize current biotechnological strategies — spanning carbon capture, sustainable agriculture, bioenergy, and bioremediation — that contribute to climate change mitigation and adaptation.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53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81635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Review Carbon Capture Tools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31520" y="340156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microbial and enzymatic carbon fixation, biochar, and BECCS pathways.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60520" y="265176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8346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9535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281635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Assess Sustainable Agri-biotech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343400" y="340156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CRISPR-edited, climate-resilient crops and biofertilizer adoption.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72400" y="265176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55280" y="28346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9535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49640" y="281635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Analyze Bioenergy Systems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955280" y="340156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biofuel generation routes and their net-emission profiles.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52628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8280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469087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Study Bioremediation Methods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31520" y="527608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microbial degradation of pollutants in soil, air, and water.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160520" y="452628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43400" y="4709160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82803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37760" y="469087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Identify Research Gaps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343400" y="527608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limitations in scalability, cost, and ecological risk across applications.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772400" y="4526280"/>
            <a:ext cx="34472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955280" y="47091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482803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549640" y="4690872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Propose Future Directions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7955280" y="527608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integration pathways for biotech within broader climate policy.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Recent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987552"/>
          </a:xfrm>
          <a:prstGeom prst="roundRect">
            <a:avLst>
              <a:gd name="adj" fmla="val 5556"/>
            </a:avLst>
          </a:prstGeom>
          <a:solidFill>
            <a:srgbClr val="F7F9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49831"/>
            <a:ext cx="241402" cy="241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167335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16733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40280" y="162763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Capture via Synthetic Biology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40280" y="1938528"/>
            <a:ext cx="882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 and synthetic biology are being applied to enhance microbial CO₂ fixation, with biopolymers, biosurfactants, and biochar identified as emerging carbon-negative platforms (ScienceDirect, 2024; Frontiers in Climate, 2026).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10698480" cy="987552"/>
          </a:xfrm>
          <a:prstGeom prst="roundRect">
            <a:avLst>
              <a:gd name="adj" fmla="val 5556"/>
            </a:avLst>
          </a:prstGeom>
          <a:solidFill>
            <a:srgbClr val="F7F9F7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965399"/>
            <a:ext cx="241402" cy="2414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71600" y="27889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5" name="Text 11"/>
          <p:cNvSpPr/>
          <p:nvPr/>
        </p:nvSpPr>
        <p:spPr>
          <a:xfrm>
            <a:off x="1371600" y="27889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240280" y="27432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Bioenergy &amp; Genome Engineering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054096"/>
            <a:ext cx="882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CRISPR/Cas9-based microbial genome editing is improving biofuel yield and conversion efficiency, directly targeting GHG emissions linked to fossil fuel use (ScienceDirect, 2025).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785616"/>
            <a:ext cx="10698480" cy="987552"/>
          </a:xfrm>
          <a:prstGeom prst="roundRect">
            <a:avLst>
              <a:gd name="adj" fmla="val 5556"/>
            </a:avLst>
          </a:prstGeom>
          <a:solidFill>
            <a:srgbClr val="F7F9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950208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4080967"/>
            <a:ext cx="241402" cy="2414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71600" y="39044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2" name="Text 17"/>
          <p:cNvSpPr/>
          <p:nvPr/>
        </p:nvSpPr>
        <p:spPr>
          <a:xfrm>
            <a:off x="1371600" y="3904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2023-25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240280" y="385876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BECCS &amp; Carbon Removal Policy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2240280" y="4169664"/>
            <a:ext cx="882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Bioenergy with carbon capture and storage (BECCS) is gaining global policy support, including the EU Carbon Removals Certification Framework and U.S. federal CDR pilot funding (IEA, 2024).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4901184"/>
            <a:ext cx="10698480" cy="987552"/>
          </a:xfrm>
          <a:prstGeom prst="roundRect">
            <a:avLst>
              <a:gd name="adj" fmla="val 5556"/>
            </a:avLst>
          </a:prstGeom>
          <a:solidFill>
            <a:srgbClr val="F7F9F7"/>
          </a:solidFill>
          <a:ln/>
        </p:spPr>
      </p:sp>
      <p:sp>
        <p:nvSpPr>
          <p:cNvPr id="26" name="Shape 21"/>
          <p:cNvSpPr/>
          <p:nvPr/>
        </p:nvSpPr>
        <p:spPr>
          <a:xfrm>
            <a:off x="731520" y="5065776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5196535"/>
            <a:ext cx="241402" cy="24140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71600" y="5020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9" name="Text 23"/>
          <p:cNvSpPr/>
          <p:nvPr/>
        </p:nvSpPr>
        <p:spPr>
          <a:xfrm>
            <a:off x="1371600" y="50200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2240280" y="497433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Agrifood System Transformation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2240280" y="5285232"/>
            <a:ext cx="882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IPCC AR6 Synthesis Report and FAO data confirm agrifood systems generate close to one-third of anthropogenic GHGs, reinforcing the need for biotech-driven agricultural reform (IPCC, 2023; FAO, 2025).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Most studies confirm technical feasibility at lab and pilot scale, but consistent evidence on long-term ecological safety, cost-efficiency, and policy integration at industrial scale remains limited.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Approach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3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 analytical research design assessing biotechnology's role in climate mitigation and adaptation.</a:t>
            </a:r>
            <a:endParaRPr lang="en-US" sz="11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3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synthesis comparing biotech-based interventions with conventional methods.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822960" y="3310128"/>
            <a:ext cx="4572000" cy="0"/>
          </a:xfrm>
          <a:prstGeom prst="line">
            <a:avLst/>
          </a:prstGeom>
          <a:noFill/>
          <a:ln w="12700">
            <a:solidFill>
              <a:srgbClr val="DCE5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45643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358719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22960" y="400507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3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research through peer-reviewed journals, IPCC, FAO, UNEP, WHO, and NCBI databases.</a:t>
            </a:r>
            <a:endParaRPr lang="en-US" sz="11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3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of studies published primarily between 2020 and 2026 for currency and relevance.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822960" y="5010912"/>
            <a:ext cx="4572000" cy="0"/>
          </a:xfrm>
          <a:prstGeom prst="line">
            <a:avLst/>
          </a:prstGeom>
          <a:noFill/>
          <a:ln w="12700">
            <a:solidFill>
              <a:srgbClr val="DCE5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15721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528797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51755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Methods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7058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3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and thematic analysis of biotechnological applications across sectors.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1188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5379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Workflow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537960" y="2148840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6611112" y="2203704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32257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21488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Research Problem &amp; Objectives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6537960" y="2688336"/>
            <a:ext cx="4828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37960" y="2839212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27" name="Shape 21"/>
          <p:cNvSpPr/>
          <p:nvPr/>
        </p:nvSpPr>
        <p:spPr>
          <a:xfrm>
            <a:off x="6611112" y="2894076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012948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69480" y="28392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Collection (Journals, IPCC, FAO, UNEP)</a:t>
            </a:r>
            <a:endParaRPr lang="en-US" sz="1080" dirty="0"/>
          </a:p>
        </p:txBody>
      </p:sp>
      <p:sp>
        <p:nvSpPr>
          <p:cNvPr id="30" name="Text 23"/>
          <p:cNvSpPr/>
          <p:nvPr/>
        </p:nvSpPr>
        <p:spPr>
          <a:xfrm>
            <a:off x="6537960" y="3378708"/>
            <a:ext cx="4828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537960" y="3529584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6611112" y="3584448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370332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69480" y="352958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Literature Review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537960" y="4069080"/>
            <a:ext cx="4828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537960" y="4219956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37" name="Shape 29"/>
          <p:cNvSpPr/>
          <p:nvPr/>
        </p:nvSpPr>
        <p:spPr>
          <a:xfrm>
            <a:off x="6611112" y="42748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393692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269480" y="421995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&amp; Thematic Analysis</a:t>
            </a:r>
            <a:endParaRPr lang="en-US" sz="1080" dirty="0"/>
          </a:p>
        </p:txBody>
      </p:sp>
      <p:sp>
        <p:nvSpPr>
          <p:cNvPr id="40" name="Text 31"/>
          <p:cNvSpPr/>
          <p:nvPr/>
        </p:nvSpPr>
        <p:spPr>
          <a:xfrm>
            <a:off x="6537960" y="4759452"/>
            <a:ext cx="4828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6537960" y="4910328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6611112" y="4965192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5084064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269480" y="491032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Findings &amp; Gap Identification</a:t>
            </a:r>
            <a:endParaRPr lang="en-US" sz="1080" dirty="0"/>
          </a:p>
        </p:txBody>
      </p:sp>
      <p:sp>
        <p:nvSpPr>
          <p:cNvPr id="45" name="Text 35"/>
          <p:cNvSpPr/>
          <p:nvPr/>
        </p:nvSpPr>
        <p:spPr>
          <a:xfrm>
            <a:off x="6537960" y="5449824"/>
            <a:ext cx="4828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6537960" y="5600700"/>
            <a:ext cx="4828032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/>
        </p:spPr>
      </p:sp>
      <p:sp>
        <p:nvSpPr>
          <p:cNvPr id="47" name="Shape 37"/>
          <p:cNvSpPr/>
          <p:nvPr/>
        </p:nvSpPr>
        <p:spPr>
          <a:xfrm>
            <a:off x="6611112" y="565556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774436"/>
            <a:ext cx="219456" cy="219456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269480" y="56007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080" dirty="0"/>
          </a:p>
        </p:txBody>
      </p:sp>
      <p:sp>
        <p:nvSpPr>
          <p:cNvPr id="50" name="Text 3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Biotechnological Carbon Capture &amp; Sequestration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Photoautotrophic and chemoautotrophic microbes convert atmospheric CO₂ into organic biomass via enzymatic carbon fixation pathways.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engineered algae and cyanobacteria are optimized for higher fixation rates and biomass yield.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carbon is converted into biochar, biopolymers, or biofuel feedstock for long-term storage or reuse.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251960"/>
            <a:ext cx="4846320" cy="0"/>
          </a:xfrm>
          <a:prstGeom prst="line">
            <a:avLst/>
          </a:prstGeom>
          <a:noFill/>
          <a:ln w="12700">
            <a:solidFill>
              <a:srgbClr val="5279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Bioenergy with Carbon Capture (BECCS)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7091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Biomass-derived energy combined with CO₂ capture and geological storage is being scaled under EU and U.S. carbon-removal funding programs, with projects in Denmark already capturing CO₂ at biomass-fired power stations.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376672" cy="4572000"/>
          </a:xfrm>
          <a:prstGeom prst="roundRect">
            <a:avLst>
              <a:gd name="adj" fmla="val 1200"/>
            </a:avLst>
          </a:prstGeom>
          <a:solidFill>
            <a:srgbClr val="F7F9F7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37960" y="2148840"/>
            <a:ext cx="4800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2212848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33172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CO₂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269748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537960" y="3017520"/>
            <a:ext cx="4800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29400" y="308152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20040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3017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/ Algal Fixation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37960" y="356616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537960" y="3886200"/>
            <a:ext cx="4800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29400" y="3950208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06908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23760" y="38862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Conversion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537960" y="443484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537960" y="4754880"/>
            <a:ext cx="480060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629400" y="481888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937760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4754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Biochar / Biofuel / Storage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Climate-Resilient &amp; Sustainable Agriculture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Gene-Edited Crops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CRISPR/Cas9 enables precise editing for drought tolerance, pest resistance, and improved nutrient-use efficiency without foreign DNA insertion.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55448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783080"/>
            <a:ext cx="548640" cy="54864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6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75564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Biofertilizers &amp; Biopesticides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17920" y="24231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inoculants such as nitrogen-fixing bacteria reduce dependency on synthetic fertilizers and associated nitrous oxide emissions.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11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4164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Stress-Tolerant Varieties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47091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improved crops maintain yield stability under heat, salinity, and erratic rainfall conditions.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84048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06908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66" y="42117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04164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&amp; Soil Microbiome Tools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217920" y="47091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soil microbiomes enhance carbon sequestration in soils while improving fertility and water retention.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Bioenergy and Bioremediation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7F9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Bioenergy Systems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Biofuels (bioethanol, biodiesel) derived from lignocellulosic and algal biomass offer carbon-neutral to carbon-negative energy pathways.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 of microbial genomes improves conversion efficiency and reduces fermentation byproduct waste.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from anaerobic digestion of agricultural and food waste reduces methane release while generating renewable energy.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76672" cy="4572000"/>
          </a:xfrm>
          <a:prstGeom prst="roundRect">
            <a:avLst>
              <a:gd name="adj" fmla="val 1200"/>
            </a:avLst>
          </a:prstGeom>
          <a:solidFill>
            <a:srgbClr val="F7F9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Bioremediation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Microorganisms and engineered enzymes degrade pollutants, including hydrocarbons, heavy metals, and persistent organic compounds.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Biochar-activated carbon composites enhance pollutant adsorption in contaminated soil and water systems.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Phytoremediation uses specially selected or engineered plants to extract and stabilize contaminants from degraded land.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53212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5321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bioenergy and bioremediation form a circular bioeconomy loop — converting waste into energy while restoring degraded ecosystems.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Biotechnology-Based Climate Change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47288" cy="2240280"/>
          </a:xfrm>
          <a:prstGeom prst="roundRect">
            <a:avLst>
              <a:gd name="adj" fmla="val 244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733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Capture via Microorganisms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35000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Photoautotrophic and chemoautotrophic microbes fix atmospheric CO₂ into biomass; engineered algae and cyanobacteria boost fixation rates for biochar and biopolymer production.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447288" cy="2240280"/>
          </a:xfrm>
          <a:prstGeom prst="roundRect">
            <a:avLst>
              <a:gd name="adj" fmla="val 244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6916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5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6733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Biofuels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343400" y="235000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engineered microbial strains improve bioethanol and biodiesel yields from lignocellulosic and algal biomass, offering carbon-neutral to carbon-negative energy.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72400" y="1508760"/>
            <a:ext cx="3447288" cy="2240280"/>
          </a:xfrm>
          <a:prstGeom prst="roundRect">
            <a:avLst>
              <a:gd name="adj" fmla="val 244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0" y="169164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39" y="18223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16733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Climate-Resilient Crops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55280" y="235000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CRISPR/Cas9 gene editing produces drought-, heat-, and salinity-tolerant crop varieties that maintain yield under climate stress.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47288" cy="2240280"/>
          </a:xfrm>
          <a:prstGeom prst="roundRect">
            <a:avLst>
              <a:gd name="adj" fmla="val 244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9651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Bioremediation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77316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microorganisms and enzymes degrade hydrocarbons, heavy metals, and persistent pollutants in contaminated soil, air, and water.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60520" y="3931920"/>
            <a:ext cx="3447288" cy="2240280"/>
          </a:xfrm>
          <a:prstGeom prst="roundRect">
            <a:avLst>
              <a:gd name="adj" fmla="val 2449"/>
            </a:avLst>
          </a:prstGeom>
          <a:solidFill>
            <a:srgbClr val="F7F9F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4114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159" y="42455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409651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Biology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343400" y="477316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organisms and metabolic pathways are engineered for targeted carbon sequestration, biosensing, and sustainable biomanufacturing.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19659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037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Benefits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176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greenhouse gas emissions, enhanced carbon sequestration, and remediation of polluted ecosystems.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3236976" y="169164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87952" y="196596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73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4136" y="27889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Contributions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9856" y="3474720"/>
            <a:ext cx="2176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consolidated, evidence-based reference connecting genetic engineering, synthetic biology, and climate science.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925312" y="169164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6288" y="196596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709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62472" y="27889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&amp; Industrial Impact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08192" y="3474720"/>
            <a:ext cx="2176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crop resilience, reduced input dependency, and renewable feedstocks for industrial bioprocessing.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8613648" y="169164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64624" y="1965960"/>
            <a:ext cx="640080" cy="64008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045" y="2132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50808" y="278892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Benefits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796528" y="3474720"/>
            <a:ext cx="2176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circular bioeconomy practices and long-term alignment with global net-zero targets.</a:t>
            </a:r>
            <a:endParaRPr lang="en-US" sz="1020" dirty="0"/>
          </a:p>
        </p:txBody>
      </p:sp>
      <p:sp>
        <p:nvSpPr>
          <p:cNvPr id="24" name="Text 18"/>
          <p:cNvSpPr/>
          <p:nvPr/>
        </p:nvSpPr>
        <p:spPr>
          <a:xfrm>
            <a:off x="548640" y="4846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outcomes demonstrate biotechnology's capacity to deliver measurable environmental, scientific, and economic value within a sustainable development framework.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Future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6432" cy="4617720"/>
          </a:xfrm>
          <a:prstGeom prst="roundRect">
            <a:avLst>
              <a:gd name="adj" fmla="val 1587"/>
            </a:avLst>
          </a:prstGeom>
          <a:solidFill>
            <a:srgbClr val="F7F9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Implementation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Industrial-scale BECCS and biochar facilities integrated with power and manufacturing plants.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deployment of climate-resilient crop varieties across vulnerable farming regions.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and industrial bioremediation programs for contaminated land and water bodies.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553712" y="1508760"/>
            <a:ext cx="3456432" cy="4617720"/>
          </a:xfrm>
          <a:prstGeom prst="roundRect">
            <a:avLst>
              <a:gd name="adj" fmla="val 1587"/>
            </a:avLst>
          </a:prstGeom>
          <a:solidFill>
            <a:srgbClr val="F7F9F7"/>
          </a:solidFill>
          <a:ln/>
        </p:spPr>
      </p:sp>
      <p:sp>
        <p:nvSpPr>
          <p:cNvPr id="10" name="Shape 7"/>
          <p:cNvSpPr/>
          <p:nvPr/>
        </p:nvSpPr>
        <p:spPr>
          <a:xfrm>
            <a:off x="4782312" y="17373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07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Opportunities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36592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synthetic biology pathways for higher-efficiency, lower-cost carbon fixation.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ecological risk assessment of engineered organisms released into open environments.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AI-driven genomic design with biomanufacturing for climate applications.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83880" y="1508760"/>
            <a:ext cx="3456432" cy="4617720"/>
          </a:xfrm>
          <a:prstGeom prst="roundRect">
            <a:avLst>
              <a:gd name="adj" fmla="val 1587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239" y="18681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Impact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contribution to national and global net-zero emission commitments.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food and water security under increasingly volatile climate conditions.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8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circular, biology-driven economy reducing dependence on fossil resources.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26060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039112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1936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706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constraints, lower efficiency outside lab conditions, and high energy demands of some bioprocesses limit industrial deployment.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6976" y="1783080"/>
            <a:ext cx="2542032" cy="26060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10812" y="2039112"/>
            <a:ext cx="594360" cy="594360"/>
          </a:xfrm>
          <a:prstGeom prst="ellipse">
            <a:avLst/>
          </a:prstGeom>
          <a:solidFill>
            <a:srgbClr val="52796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346" y="219364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4136" y="27706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19856" y="315468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over genetic modification, ecological risk of engineered organism release, and impacts on biodiversity and native species.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25312" y="1783080"/>
            <a:ext cx="2542032" cy="26060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99148" y="2039112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682" y="21936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62472" y="27706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08192" y="315468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research, development, and infrastructure costs; many biofuel and carbon-capture processes remain not yet cost-competitive.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13648" y="1783080"/>
            <a:ext cx="2542032" cy="26060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87484" y="2039112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018" y="21936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50808" y="27706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796528" y="315468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global biosafety frameworks and slow approval pathways hinder timely, monitored deployment of new technologies.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818888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94964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66344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dimensions must be addressed together — technical progress without ethical oversight, economic viability, or regulatory clarity cannot achieve safe, lasting climate impact.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1B433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52796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Biotechnology as a Cornerstone of Climate 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 offers scientifically validated, scalable solutions across carbon capture, sustainable agriculture, bioenergy, and bioremediation, directly addressing the major drivers of climate change.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technical, ethical, economic, and regulatory challenges remain, ongoing advances in genetic engineering and synthetic biology continue to improve safety, efficiency, and scalability.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research, sustainable innovation, and interdisciplinary collaboration are essential to unlocking biotechnology's full potential in the fight against climate change.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biotechnology with policy frameworks and conventional climate strategies will be vital to achieving global net-zero targets.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0698480" cy="1143000"/>
          </a:xfrm>
          <a:prstGeom prst="roundRect">
            <a:avLst>
              <a:gd name="adj" fmla="val 5600"/>
            </a:avLst>
          </a:prstGeom>
          <a:solidFill>
            <a:srgbClr val="1B433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25139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98348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“Biotechnology will not replace conventional climate action — it will accelerate and deepen it, turning biological systems into active partners in planetary repair.”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(APA Style)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Agriculture Organization of the United Nations. (2025). Greenhouse gas emissions from agrifood systems: Global, regional and country trends, 2001–2023. FAO. https://www.fao.org/statistics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548640" y="188823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Agriculture Organization of the United Nations. (2023). Latest IPCC report highlights the critical need to transform agrifood systems as a way to mitigate and adapt to climate change. FAO Newsroom. https://www.fao.org/newsroom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Intergovernmental Panel on Climate Change. (2023). AR6 synthesis report: Climate change 2023. IPCC. https://www.ipcc.ch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264718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Energy Agency. (2024). Bioenergy with carbon capture and storage. IEA Energy System. https://www.iea.org/energy-system/carbon-capture-utilisation-and-storage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Chandra, S., Kumari, M., Shrivastav, S., Tiwari, P. K., &amp; Wamborkar, T. (2024). The role of biotechnology in climate change mitigation. International Journal, 25(1S).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548640" y="34061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Climate. (2026). Biotechnological innovations in the realm of carbon capture, storage and utilization. Frontiers. https://www.frontiersin.org/journals/climate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48640" y="378561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ScienceDirect. (2021). Biotechnology for carbon capture and fixation: Critical review and future directions. ScienceDirect. https://www.sciencedirect.com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48640" y="416509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ScienceDirect. (2025). Advances in carbon dioxide capture and conversion technologies: Industrial integration for sustainable chemical production. ScienceDirect. https://www.sciencedirect.com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48640" y="454456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Biotechnology Information. (2025). CO2 capture: A comprehensive review and bibliometric analysis of scalable materials and sustainable solutions. NCBI PMC. https://www.ncbi.nlm.nih.gov/pmc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48640" y="492404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Nations. (2022). Causes and effects of climate change. United Nations. https://www.un.org/en/climatechange/science/causes-effects-climate-change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Environment Programme. (2024). Emissions gap report 2024. UNEP. https://www.unep.org/resources/emissions-gap-report-2024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48640" y="568299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(2023). Climate change and health. WHO. https://www.who.int/news-room/fact-sheets/detail/climate-change-and-health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48640" y="606247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Cherwoo, L., Gupta, I., Flora, G., Verma, R., Kapil, M., Arya, S. K., Ravindran, B., Khoo, K. S., Bhatia, S. K., Chang, S. W., &amp; Ngamcharussrivichai, C. (2023). Biofuels an alternative to traditional fossil fuels: A comprehensive review. Sustainable Energy Technologies and Assessments, 60, 103503.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48640" y="644194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4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Mehejabin, F., Musharrat, A., Ahmed, S. F., Kabir, Z., Khan, T. Y., &amp; Saleel, C. A. (2024). Sustainable biofuel production utilizing nanotechnology: Challenges and potential solutions. Results in Engineering.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Biotechnology in Climate Change Solutions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Biotechnology in Climate Change Solutions</dc:title>
  <dc:subject>PptxGenJS Presentation</dc:subject>
  <dc:creator>Anshika Tripathi</dc:creator>
  <cp:lastModifiedBy>Anshika Tripathi</cp:lastModifiedBy>
  <cp:revision>1</cp:revision>
  <dcterms:created xsi:type="dcterms:W3CDTF">2026-06-30T13:41:29Z</dcterms:created>
  <dcterms:modified xsi:type="dcterms:W3CDTF">2026-06-30T13:41:29Z</dcterms:modified>
</cp:coreProperties>
</file>